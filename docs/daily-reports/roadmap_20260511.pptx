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VOICE Pro — 개발 로드맵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54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2026-05-11  |  v2.8.3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/ LLM / TTS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음성입력→AI→음성출력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4.17~4.20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88820" y="685800"/>
            <a:ext cx="155448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8820" y="685800"/>
            <a:ext cx="1554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1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1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이미지·PDF 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1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4.21~5.10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1972" y="2075688"/>
            <a:ext cx="91531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61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1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0300" y="3566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현재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76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76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말로 검색·요약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76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5.11~5.25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76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76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6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17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78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0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90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구독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0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무료→유료 전환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90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5.26~6.15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90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90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90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0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05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205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키오스크·EXE·서버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05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6.16~7.15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05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05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05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v2.8.3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7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버전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9456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19456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931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6일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3192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6928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완료까지 (예상)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07-11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0664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완료일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스프린트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4.21~4.22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Vision 모델 파이프라인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EXAONE 한국어 번역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BGM 시스템 5곡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 리팩토링 90%+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4.23~4.24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Codex 협업 워크플로우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gemma4/qwen3.5 모델 교체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8024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GLM-OCR 설치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음성 메뉴 트리 구축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640080"/>
            <a:ext cx="2084832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640080"/>
            <a:ext cx="20848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4.27~5.03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한국어 직접 출력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PDF OCR Tesseract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음성 모델 선택 안정화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라이선스 고지 추가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0016" y="44622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640080"/>
            <a:ext cx="208483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22008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5.04~5.10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대화 기록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22008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PWA 설치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카메라 자동 촬영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Phase 2 완료 태그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VOICE Pro 개발 로드맵</dc:title>
  <dc:subject>PptxGenJS Presentation</dc:subject>
  <dc:creator>PptxGenJS</dc:creator>
  <cp:lastModifiedBy>PptxGenJS</cp:lastModifiedBy>
  <cp:revision>1</cp:revision>
  <dcterms:created xsi:type="dcterms:W3CDTF">2026-05-11T09:46:00Z</dcterms:created>
  <dcterms:modified xsi:type="dcterms:W3CDTF">2026-05-11T09:46:00Z</dcterms:modified>
</cp:coreProperties>
</file>