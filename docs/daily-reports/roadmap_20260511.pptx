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2026-05-08  |  v2.8.2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915314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03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5.11~5.25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v2.8.2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2026-05-11T09:29:14Z</dcterms:created>
  <dcterms:modified xsi:type="dcterms:W3CDTF">2026-05-11T09:29:14Z</dcterms:modified>
</cp:coreProperties>
</file>