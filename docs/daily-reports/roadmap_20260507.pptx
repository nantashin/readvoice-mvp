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VOICE Pro — 개발 로드맵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943600" y="5486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2026-04-29  |  v2.6.1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85800"/>
            <a:ext cx="155448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STT / LLM / TTS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음성입력→AI→음성출력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4.17~4.20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075688"/>
            <a:ext cx="1408176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988820" y="685800"/>
            <a:ext cx="1554480" cy="292608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88820" y="685800"/>
            <a:ext cx="1554480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61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61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 / Vision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61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이미지·PDF 분석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061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4.21~5.10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61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61972" y="2075688"/>
            <a:ext cx="915314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061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61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61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0300" y="3566160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현재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03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03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76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776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검색 Agent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776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말로 검색·요약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76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5.11~5.25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776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76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76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178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4178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909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909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 / 구독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909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무료→유료 전환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4909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5.26~6.15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909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909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909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909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132320" y="685800"/>
            <a:ext cx="1554480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32320" y="685800"/>
            <a:ext cx="1554480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205472" y="886968"/>
            <a:ext cx="1408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205472" y="1161288"/>
            <a:ext cx="1408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패키지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7205472" y="1490472"/>
            <a:ext cx="1408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키오스크·EXE·서버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205472" y="174650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6.16~7.15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205472" y="2075688"/>
            <a:ext cx="1408176" cy="109728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05472" y="2221992"/>
            <a:ext cx="14081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205472" y="2478024"/>
            <a:ext cx="685800" cy="201168"/>
          </a:xfrm>
          <a:prstGeom prst="roundRect">
            <a:avLst>
              <a:gd name="adj" fmla="val 22727"/>
            </a:avLst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205472" y="24871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예정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0" y="4251960"/>
            <a:ext cx="9144000" cy="8915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v2.6.1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45720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버전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219456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219456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진행률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393192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6일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393192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기간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566928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D+76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566928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완료까지 (예상)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406640" y="431596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07-11</a:t>
            </a:r>
            <a:endParaRPr lang="en-US" sz="2000" dirty="0"/>
          </a:p>
        </p:txBody>
      </p:sp>
      <p:sp>
        <p:nvSpPr>
          <p:cNvPr id="68" name="Text 66"/>
          <p:cNvSpPr/>
          <p:nvPr/>
        </p:nvSpPr>
        <p:spPr>
          <a:xfrm>
            <a:off x="7406640" y="46908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예상 완료일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스프린트 현황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0" y="91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2026-04-29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82880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4.21~4.22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Vision 모델 파이프라인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6032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EXAONE 한국어 번역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56032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BGM 시스템 5곡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6032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코드 리팩토링 90%+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04872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04872" y="640080"/>
            <a:ext cx="2084832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78024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78024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4.23~4.24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78024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78024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Codex 협업 워크플로우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478024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gemma4/qwen3.5 모델 교체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78024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GLM-OCR 설치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78024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음성 메뉴 트리 구축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640080"/>
            <a:ext cx="2084832" cy="4114800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26864" y="640080"/>
            <a:ext cx="2084832" cy="16459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00016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4.27~5.03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00016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한국어 직접 출력 파이프라인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00016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PDF OCR Tesseract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00016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음성 모델 선택 안정화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700016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9FA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라이선스 고지 추가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700016" y="446227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◀ 지금 여기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848856" y="640080"/>
            <a:ext cx="2084832" cy="411480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848856" y="640080"/>
            <a:ext cx="2084832" cy="16459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22008" y="841248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22008" y="1097280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5.04~5.10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922008" y="1335024"/>
            <a:ext cx="1938528" cy="0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22008" y="144475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대화 기록 저장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922008" y="203911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PWA 설치 지원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22008" y="263347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카메라 자동 촬영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922008" y="3227832"/>
            <a:ext cx="19385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Phase 2 완료 태그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 VOICE Pro 개발 로드맵</dc:title>
  <dc:subject>PptxGenJS Presentation</dc:subject>
  <dc:creator>PptxGenJS</dc:creator>
  <cp:lastModifiedBy>PptxGenJS</cp:lastModifiedBy>
  <cp:revision>1</cp:revision>
  <dcterms:created xsi:type="dcterms:W3CDTF">2026-05-07T08:34:45Z</dcterms:created>
  <dcterms:modified xsi:type="dcterms:W3CDTF">2026-05-07T08:34:45Z</dcterms:modified>
</cp:coreProperties>
</file>