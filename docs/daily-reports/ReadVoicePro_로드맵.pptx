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VOICE Pro — 개발 로드맵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54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(주)한소울지식정보  |  v2.4.0  |  2026-04-27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/ LLM / TTS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음성입력→AI→음성출력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4.17~4.20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88820" y="685800"/>
            <a:ext cx="155448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8820" y="685800"/>
            <a:ext cx="1554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1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1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이미지·PDF 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1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4.21~5.10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1972" y="2075688"/>
            <a:ext cx="91531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1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61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1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03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76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76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검색 Agent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76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말로 검색·요약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76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5.11~5.25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76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76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76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76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17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178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90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90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/ 구독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90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무료→유료 전환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90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5.26~6.15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90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90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90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90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132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05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05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패키지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205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키오스크·EXE·서버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05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6.16~7.15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05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05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205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05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400300" y="3566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현재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v2.4.0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572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버전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9456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19456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진행률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9319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6일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93192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D+76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6928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완료까지 (예상)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0664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7.11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40664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완료일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OCR / Vision 스프린트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2026-04-27 기준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4.21~4.22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Vision 모델 파이프라인 (moondream→llava→llama)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EXAONE 한국어 번역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BGM 시스템 5곡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코드 리팩토링 (90%+ 품질)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78024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4.23~4.24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78024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Codex 협업 워크플로우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gemma4/qwen3.5 모델 교체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78024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GLM-OCR 설치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78024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음성 메뉴 트리 구축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640080"/>
            <a:ext cx="2084832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640080"/>
            <a:ext cx="20848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4.27~5.03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한국어 직접 출력 파이프라인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PDF OCR (Tesseract 설치)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음성 모델 선택 안정화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라이선스 고지 추가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0016" y="44622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지금 여기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640080"/>
            <a:ext cx="2084832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22008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5.04~5.10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22008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대화 기록 저장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22008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PWA 설치 지원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카메라 자동 촬영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Phase 2 완료 &amp; 태그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완료까지 — 예상 타임라인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731520"/>
            <a:ext cx="0" cy="384048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303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681089" y="731520"/>
            <a:ext cx="0" cy="384048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64898" y="731520"/>
            <a:ext cx="0" cy="384048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2018" y="5303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848708" y="731520"/>
            <a:ext cx="0" cy="384048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2517" y="731520"/>
            <a:ext cx="0" cy="384048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9637" y="5303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016326" y="731520"/>
            <a:ext cx="0" cy="384048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0135" y="731520"/>
            <a:ext cx="0" cy="384048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7255" y="5303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183945" y="731520"/>
            <a:ext cx="0" cy="384048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7754" y="731520"/>
            <a:ext cx="0" cy="384048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84874" y="5303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351563" y="731520"/>
            <a:ext cx="0" cy="384048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35372" y="731520"/>
            <a:ext cx="0" cy="384048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2492" y="5303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519182" y="731520"/>
            <a:ext cx="0" cy="384048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2991" y="731520"/>
            <a:ext cx="0" cy="384048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0111" y="5303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686800" y="731520"/>
            <a:ext cx="0" cy="384048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64898" y="502920"/>
            <a:ext cx="0" cy="402336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082018" y="3200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" y="8961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" y="10972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STT/LLM/TTS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97280" y="914400"/>
            <a:ext cx="291905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0585" y="95097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" y="1664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OCR/Vision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389185" y="1481328"/>
            <a:ext cx="2043332" cy="32004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89185" y="1481328"/>
            <a:ext cx="715166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34905" y="151790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" y="2029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" y="22311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검색 Agent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32517" y="2048256"/>
            <a:ext cx="1167618" cy="32004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" y="2596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" y="27980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인증/구독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00135" y="2615184"/>
            <a:ext cx="1751428" cy="32004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" y="31638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" y="3364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패키지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1563" y="3182112"/>
            <a:ext cx="2335237" cy="32004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86800" y="731520"/>
            <a:ext cx="0" cy="384048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3931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2026.07.11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4507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~2주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31520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남은 기간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834640" y="4507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9주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834640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3~5 기간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37760" y="4507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11주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937760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예상 기간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040880" y="4507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2026.07.11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040880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VOICE Pro 개발 로드맵</dc:title>
  <dc:subject>PptxGenJS Presentation</dc:subject>
  <dc:creator>PptxGenJS</dc:creator>
  <cp:lastModifiedBy>PptxGenJS</cp:lastModifiedBy>
  <cp:revision>1</cp:revision>
  <dcterms:created xsi:type="dcterms:W3CDTF">2026-04-27T08:15:29Z</dcterms:created>
  <dcterms:modified xsi:type="dcterms:W3CDTF">2026-04-27T08:15:29Z</dcterms:modified>
</cp:coreProperties>
</file>