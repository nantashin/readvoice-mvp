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54864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VOICE Pro — 개발 로드맵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943600" y="54864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2026-04-27  |  v2.4.0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685800"/>
            <a:ext cx="1554480" cy="2926080"/>
          </a:xfrm>
          <a:prstGeom prst="rect">
            <a:avLst/>
          </a:prstGeom>
          <a:solidFill>
            <a:srgbClr val="111827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74320" y="685800"/>
            <a:ext cx="1554480" cy="164592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47472" y="886968"/>
            <a:ext cx="14081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47472" y="1161288"/>
            <a:ext cx="14081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STT / LLM / TTS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47472" y="1490472"/>
            <a:ext cx="14081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음성입력→AI→음성출력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472" y="1746504"/>
            <a:ext cx="14081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4.17~4.20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472" y="2075688"/>
            <a:ext cx="1408176" cy="109728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47472" y="2075688"/>
            <a:ext cx="1408176" cy="109728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7472" y="2221992"/>
            <a:ext cx="1408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47472" y="2478024"/>
            <a:ext cx="685800" cy="201168"/>
          </a:xfrm>
          <a:prstGeom prst="roundRect">
            <a:avLst>
              <a:gd name="adj" fmla="val 22727"/>
            </a:avLst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47472" y="2487168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완료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988820" y="685800"/>
            <a:ext cx="1554480" cy="2926080"/>
          </a:xfrm>
          <a:prstGeom prst="rect">
            <a:avLst/>
          </a:prstGeom>
          <a:solidFill>
            <a:srgbClr val="1E3A5F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988820" y="685800"/>
            <a:ext cx="1554480" cy="16459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061972" y="886968"/>
            <a:ext cx="14081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2061972" y="1161288"/>
            <a:ext cx="14081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OCR / Vision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061972" y="1490472"/>
            <a:ext cx="14081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이미지·PDF 분석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2061972" y="1746504"/>
            <a:ext cx="14081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4.21~5.10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061972" y="2075688"/>
            <a:ext cx="1408176" cy="109728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061972" y="2075688"/>
            <a:ext cx="915314" cy="10972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061972" y="2221992"/>
            <a:ext cx="1408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65%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2061972" y="2478024"/>
            <a:ext cx="685800" cy="201168"/>
          </a:xfrm>
          <a:prstGeom prst="roundRect">
            <a:avLst>
              <a:gd name="adj" fmla="val 22727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061972" y="2487168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진행 중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2400300" y="3566160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 현재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3703320" y="685800"/>
            <a:ext cx="1554480" cy="2926080"/>
          </a:xfrm>
          <a:prstGeom prst="rect">
            <a:avLst/>
          </a:prstGeom>
          <a:solidFill>
            <a:srgbClr val="111827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703320" y="685800"/>
            <a:ext cx="1554480" cy="164592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776472" y="886968"/>
            <a:ext cx="14081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3776472" y="1161288"/>
            <a:ext cx="14081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웹 검색 Agent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3776472" y="1490472"/>
            <a:ext cx="14081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말로 검색·요약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3776472" y="1746504"/>
            <a:ext cx="14081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5.11~5.25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3776472" y="2075688"/>
            <a:ext cx="1408176" cy="109728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776472" y="2221992"/>
            <a:ext cx="1408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0%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3776472" y="2478024"/>
            <a:ext cx="685800" cy="201168"/>
          </a:xfrm>
          <a:prstGeom prst="roundRect">
            <a:avLst>
              <a:gd name="adj" fmla="val 22727"/>
            </a:avLst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776472" y="2487168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예정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5417820" y="685800"/>
            <a:ext cx="1554480" cy="2926080"/>
          </a:xfrm>
          <a:prstGeom prst="rect">
            <a:avLst/>
          </a:prstGeom>
          <a:solidFill>
            <a:srgbClr val="111827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17820" y="685800"/>
            <a:ext cx="1554480" cy="164592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490972" y="886968"/>
            <a:ext cx="14081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4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5490972" y="1161288"/>
            <a:ext cx="14081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인증 / 구독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5490972" y="1490472"/>
            <a:ext cx="14081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무료→유료 전환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5490972" y="1746504"/>
            <a:ext cx="14081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5.26~6.15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490972" y="2075688"/>
            <a:ext cx="1408176" cy="109728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490972" y="2221992"/>
            <a:ext cx="1408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0%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490972" y="2478024"/>
            <a:ext cx="685800" cy="201168"/>
          </a:xfrm>
          <a:prstGeom prst="roundRect">
            <a:avLst>
              <a:gd name="adj" fmla="val 22727"/>
            </a:avLst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490972" y="2487168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예정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7132320" y="685800"/>
            <a:ext cx="1554480" cy="2926080"/>
          </a:xfrm>
          <a:prstGeom prst="rect">
            <a:avLst/>
          </a:prstGeom>
          <a:solidFill>
            <a:srgbClr val="111827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7132320" y="685800"/>
            <a:ext cx="1554480" cy="164592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205472" y="886968"/>
            <a:ext cx="14081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5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7205472" y="1161288"/>
            <a:ext cx="14081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배포 패키지</a:t>
            </a:r>
            <a:endParaRPr lang="en-US" sz="1200" dirty="0"/>
          </a:p>
        </p:txBody>
      </p:sp>
      <p:sp>
        <p:nvSpPr>
          <p:cNvPr id="52" name="Text 50"/>
          <p:cNvSpPr/>
          <p:nvPr/>
        </p:nvSpPr>
        <p:spPr>
          <a:xfrm>
            <a:off x="7205472" y="1490472"/>
            <a:ext cx="14081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키오스크·EXE·서버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7205472" y="1746504"/>
            <a:ext cx="14081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6.16~7.15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7205472" y="2075688"/>
            <a:ext cx="1408176" cy="109728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205472" y="2221992"/>
            <a:ext cx="1408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0%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205472" y="2478024"/>
            <a:ext cx="685800" cy="201168"/>
          </a:xfrm>
          <a:prstGeom prst="roundRect">
            <a:avLst>
              <a:gd name="adj" fmla="val 22727"/>
            </a:avLst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205472" y="2487168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예정</a:t>
            </a:r>
            <a:endParaRPr lang="en-US" sz="800" dirty="0"/>
          </a:p>
        </p:txBody>
      </p:sp>
      <p:sp>
        <p:nvSpPr>
          <p:cNvPr id="58" name="Shape 56"/>
          <p:cNvSpPr/>
          <p:nvPr/>
        </p:nvSpPr>
        <p:spPr>
          <a:xfrm>
            <a:off x="0" y="4251960"/>
            <a:ext cx="9144000" cy="89154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57200" y="431596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v2.4.0</a:t>
            </a:r>
            <a:endParaRPr lang="en-US" sz="2000" dirty="0"/>
          </a:p>
        </p:txBody>
      </p:sp>
      <p:sp>
        <p:nvSpPr>
          <p:cNvPr id="60" name="Text 58"/>
          <p:cNvSpPr/>
          <p:nvPr/>
        </p:nvSpPr>
        <p:spPr>
          <a:xfrm>
            <a:off x="457200" y="469087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현재 버전</a:t>
            </a:r>
            <a:endParaRPr lang="en-US" sz="800" dirty="0"/>
          </a:p>
        </p:txBody>
      </p:sp>
      <p:sp>
        <p:nvSpPr>
          <p:cNvPr id="61" name="Text 59"/>
          <p:cNvSpPr/>
          <p:nvPr/>
        </p:nvSpPr>
        <p:spPr>
          <a:xfrm>
            <a:off x="2194560" y="431596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38%</a:t>
            </a:r>
            <a:endParaRPr lang="en-US" sz="2000" dirty="0"/>
          </a:p>
        </p:txBody>
      </p:sp>
      <p:sp>
        <p:nvSpPr>
          <p:cNvPr id="62" name="Text 60"/>
          <p:cNvSpPr/>
          <p:nvPr/>
        </p:nvSpPr>
        <p:spPr>
          <a:xfrm>
            <a:off x="2194560" y="469087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전체 진행률</a:t>
            </a:r>
            <a:endParaRPr lang="en-US" sz="800" dirty="0"/>
          </a:p>
        </p:txBody>
      </p:sp>
      <p:sp>
        <p:nvSpPr>
          <p:cNvPr id="63" name="Text 61"/>
          <p:cNvSpPr/>
          <p:nvPr/>
        </p:nvSpPr>
        <p:spPr>
          <a:xfrm>
            <a:off x="3931920" y="431596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6일</a:t>
            </a:r>
            <a:endParaRPr lang="en-US" sz="2000" dirty="0"/>
          </a:p>
        </p:txBody>
      </p:sp>
      <p:sp>
        <p:nvSpPr>
          <p:cNvPr id="64" name="Text 62"/>
          <p:cNvSpPr/>
          <p:nvPr/>
        </p:nvSpPr>
        <p:spPr>
          <a:xfrm>
            <a:off x="3931920" y="469087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개발 기간</a:t>
            </a:r>
            <a:endParaRPr lang="en-US" sz="800" dirty="0"/>
          </a:p>
        </p:txBody>
      </p:sp>
      <p:sp>
        <p:nvSpPr>
          <p:cNvPr id="65" name="Text 63"/>
          <p:cNvSpPr/>
          <p:nvPr/>
        </p:nvSpPr>
        <p:spPr>
          <a:xfrm>
            <a:off x="5669280" y="431596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D+76</a:t>
            </a:r>
            <a:endParaRPr lang="en-US" sz="2000" dirty="0"/>
          </a:p>
        </p:txBody>
      </p:sp>
      <p:sp>
        <p:nvSpPr>
          <p:cNvPr id="66" name="Text 64"/>
          <p:cNvSpPr/>
          <p:nvPr/>
        </p:nvSpPr>
        <p:spPr>
          <a:xfrm>
            <a:off x="5669280" y="469087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완료까지 (예상)</a:t>
            </a:r>
            <a:endParaRPr lang="en-US" sz="800" dirty="0"/>
          </a:p>
        </p:txBody>
      </p:sp>
      <p:sp>
        <p:nvSpPr>
          <p:cNvPr id="67" name="Text 65"/>
          <p:cNvSpPr/>
          <p:nvPr/>
        </p:nvSpPr>
        <p:spPr>
          <a:xfrm>
            <a:off x="7406640" y="431596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07-11</a:t>
            </a:r>
            <a:endParaRPr lang="en-US" sz="2000" dirty="0"/>
          </a:p>
        </p:txBody>
      </p:sp>
      <p:sp>
        <p:nvSpPr>
          <p:cNvPr id="68" name="Text 66"/>
          <p:cNvSpPr/>
          <p:nvPr/>
        </p:nvSpPr>
        <p:spPr>
          <a:xfrm>
            <a:off x="7406640" y="469087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예상 완료일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54864"/>
            <a:ext cx="6400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 — 스프린트 현황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7315200" y="9144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2026-04-27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182880" y="640080"/>
            <a:ext cx="2084832" cy="4114800"/>
          </a:xfrm>
          <a:prstGeom prst="rect">
            <a:avLst/>
          </a:prstGeom>
          <a:solidFill>
            <a:srgbClr val="111827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82880" y="640080"/>
            <a:ext cx="2084832" cy="164592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56032" y="841248"/>
            <a:ext cx="19385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Sprint 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56032" y="1097280"/>
            <a:ext cx="19385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4.21~4.22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56032" y="1335024"/>
            <a:ext cx="1938528" cy="0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56032" y="1444752"/>
            <a:ext cx="19385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Vision 모델 파이프라인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56032" y="2039112"/>
            <a:ext cx="19385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EXAONE 한국어 번역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56032" y="2633472"/>
            <a:ext cx="19385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BGM 시스템 5곡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56032" y="3227832"/>
            <a:ext cx="19385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코드 리팩토링 90%+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2404872" y="640080"/>
            <a:ext cx="2084832" cy="4114800"/>
          </a:xfrm>
          <a:prstGeom prst="rect">
            <a:avLst/>
          </a:prstGeom>
          <a:solidFill>
            <a:srgbClr val="111827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404872" y="640080"/>
            <a:ext cx="2084832" cy="164592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478024" y="841248"/>
            <a:ext cx="19385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Sprint 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478024" y="1097280"/>
            <a:ext cx="19385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4.23~4.24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2478024" y="1335024"/>
            <a:ext cx="1938528" cy="0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478024" y="1444752"/>
            <a:ext cx="19385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Codex 협업 워크플로우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2478024" y="2039112"/>
            <a:ext cx="19385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gemma4/qwen3.5 모델 교체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2478024" y="2633472"/>
            <a:ext cx="19385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GLM-OCR 설치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2478024" y="3227832"/>
            <a:ext cx="19385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음성 메뉴 트리 구축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626864" y="640080"/>
            <a:ext cx="2084832" cy="4114800"/>
          </a:xfrm>
          <a:prstGeom prst="rect">
            <a:avLst/>
          </a:prstGeom>
          <a:solidFill>
            <a:srgbClr val="1E3A5F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626864" y="640080"/>
            <a:ext cx="2084832" cy="16459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700016" y="841248"/>
            <a:ext cx="19385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Sprint 3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700016" y="1097280"/>
            <a:ext cx="19385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4.27~5.03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4700016" y="1335024"/>
            <a:ext cx="1938528" cy="0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700016" y="1444752"/>
            <a:ext cx="19385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한국어 직접 출력 파이프라인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4700016" y="2039112"/>
            <a:ext cx="19385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PDF OCR Tesseract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4700016" y="2633472"/>
            <a:ext cx="19385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음성 모델 선택 안정화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4700016" y="3227832"/>
            <a:ext cx="19385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라이선스 고지 추가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4700016" y="4462272"/>
            <a:ext cx="19385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◀ 지금 여기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6848856" y="640080"/>
            <a:ext cx="2084832" cy="4114800"/>
          </a:xfrm>
          <a:prstGeom prst="rect">
            <a:avLst/>
          </a:prstGeom>
          <a:solidFill>
            <a:srgbClr val="111827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848856" y="640080"/>
            <a:ext cx="2084832" cy="164592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922008" y="841248"/>
            <a:ext cx="19385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Sprint 4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6922008" y="1097280"/>
            <a:ext cx="19385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5.04~5.10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6922008" y="1335024"/>
            <a:ext cx="1938528" cy="0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922008" y="1444752"/>
            <a:ext cx="19385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 대화 기록 저장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922008" y="2039112"/>
            <a:ext cx="19385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 PWA 설치 지원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6922008" y="2633472"/>
            <a:ext cx="19385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 카메라 자동 촬영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6922008" y="3227832"/>
            <a:ext cx="19385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 Phase 2 완료 태그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READ VOICE Pro 개발 로드맵</dc:title>
  <dc:subject>PptxGenJS Presentation</dc:subject>
  <dc:creator>PptxGenJS</dc:creator>
  <cp:lastModifiedBy>PptxGenJS</cp:lastModifiedBy>
  <cp:revision>1</cp:revision>
  <dcterms:created xsi:type="dcterms:W3CDTF">2026-04-28T00:53:05Z</dcterms:created>
  <dcterms:modified xsi:type="dcterms:W3CDTF">2026-04-28T00:53:05Z</dcterms:modified>
</cp:coreProperties>
</file>